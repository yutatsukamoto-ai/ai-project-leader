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AI時代の</a:t>
            </a:r>
            <a:endParaRPr lang="en-US" sz="4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プロジェクトマネジメント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人とAIの協働で変わるPMの実践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Sample Deck — slide-craft デザイン検証用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 E C T I O N  0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課題認識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プロジェクトの成功率は、ツールではなく「渡し方」で決まる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AIを業務で活用しようとしたとき、多くのチームが同じ壁に当たります。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毎回ゼロからの説明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同じ前提や背景を、そのたびに書き直している。再利用できる形にまとまっていない。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42232" y="192024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370832" y="21945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37083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70832" y="2880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判断基準の属人化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70832" y="33832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AIの出力が使えるか判断できず、なんとなく手直しするか、そのまま使ってしまう。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35824" y="192024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964424" y="21945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7964424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64424" y="2880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知見が蓄積されない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64424" y="33832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うまくいった手順やプロンプトが個人の記憶に留まり、チームに共有されない。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EB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806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806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56692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課題の本質は、仕事の渡し方が個人技のままであること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27455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AIは「代替」ではなく「協働」で最も力を発揮する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PMの役割は変わらない。変わるのは知識の渡し方と蓄積の仕方です。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66666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従来のプロジェクト管理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経験と勘に依存した意思決定</a:t>
            </a:r>
            <a:endParaRPr lang="en-US" sz="12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属人的な判断基準</a:t>
            </a:r>
            <a:endParaRPr lang="en-US" sz="12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手作業による繰り返し</a:t>
            </a:r>
            <a:endParaRPr lang="en-US" sz="12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暗黙知が個人に留まる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31089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537960" y="192024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21031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103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AFTER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2651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AI協働のプロジェクト管理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66560" y="32004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構造化された知見に基づく判断</a:t>
            </a:r>
            <a:endParaRPr lang="en-US" sz="12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一貫した判断基準（Skill化）</a:t>
            </a:r>
            <a:endParaRPr lang="en-US" sz="12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再利用できる業務手順</a:t>
            </a:r>
            <a:endParaRPr lang="en-US" sz="12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知見がチーム資産として蓄積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EB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5806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806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56692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変わるのは作業の方法ではなく、知識の渡し方と蓄積の仕方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27455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 E C T I O N  0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実践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AI協働は「伴走→言語化→仕組み化」の順で進める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いきなり仕組みを作ろうとしない。まず一緒にやることが最短ルートです。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108960" cy="3200400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まず一緒にやる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AIと伴走して1つの業務を最初から最後まで通す。想定と現実のギャップが見える。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03320" y="310896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160520" y="1920240"/>
            <a:ext cx="3108960" cy="3200400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21945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2880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知見を言語化する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3383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伴走で見えた暗黙知を、判断基準・禁止事項・確認ポイントとして明文化する。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310896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772400" y="1920240"/>
            <a:ext cx="3108960" cy="3200400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21945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55280" y="2880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再利用できる形にする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55280" y="3383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言語化した手順をSkillに写し取る。「あの業務やって」で呼び出せる状態にする。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6692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EBF8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5806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806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56692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いきなり仕組みを作らない。伴走してからSkillに写し取るのが最短ルート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7455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9418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知識を渡せる形にする、</a:t>
            </a:r>
            <a:endParaRPr lang="en-US" sz="3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そのひと手間から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86000" y="420624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まずは1つの業務を選び、AIと伴走し、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Skill化まで進めてみましょう。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2026-06-16T15:36:33Z</dcterms:created>
  <dcterms:modified xsi:type="dcterms:W3CDTF">2026-06-16T15:36:33Z</dcterms:modified>
</cp:coreProperties>
</file>