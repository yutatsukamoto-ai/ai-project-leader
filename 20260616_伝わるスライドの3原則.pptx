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691640"/>
            <a:ext cx="3657600" cy="36576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74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伝わるスライドの3原則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F3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 × 構造 × 引き算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3337560"/>
            <a:ext cx="3657600" cy="36576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4A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slide-craft サンプル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スライドの品質を決める3つの原則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" cy="329184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メッセージが8割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デザインの前に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「何を伝えるか」を決める。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メッセージが曖昧なまま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装飾しても伝わらない。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54864" cy="329184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構造で伝える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6つの構造型で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「見せ方」を論理的に選ぶ。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32のレイアウトパターンが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判断を助ける。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54864" cy="329184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引き算で仕上げる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足すのではなく削る。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主役1点だけを目立たせ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残りのトーンを落とす。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原則①  メッセージが8割を決める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2286"/>
            </a:avLst>
          </a:prstGeom>
          <a:solidFill>
            <a:srgbClr val="EDF2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よくある失敗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   伝えたいことが曖昧なまま作り始める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   コンテンツ（図表）から先に作る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   情報を全部入れようとする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   装飾で「それっぽく」仕上げる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2286"/>
            </a:avLst>
          </a:prstGeom>
          <a:solidFill>
            <a:srgbClr val="FAFAFA"/>
          </a:solidFill>
          <a:ln w="19050">
            <a:solidFill>
              <a:srgbClr val="C84B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正しい順番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4B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1.   メッセージ（主張）を1つ決める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   構成を設計する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   レイアウトを選ぶ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4.   最後にデザイン（配色・装飾）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「1スライド1メッセージ」が全ての土台。2つ言いたいなら2枚に分ける。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原則②  構造型で「見せ方」を論理的に決める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情報の論理構造を判定すれば、レイアウトの候補が自動的に絞れる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194560" cy="1463040"/>
          </a:xfrm>
          <a:prstGeom prst="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メッセージ確定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1スライド1メッセージ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「だから何？」に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一文で答えられるか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194560" cy="1463040"/>
          </a:xfrm>
          <a:prstGeom prst="rect">
            <a:avLst>
              <a:gd name="adj" fmla="val 5000"/>
            </a:avLst>
          </a:prstGeom>
          <a:solidFill>
            <a:srgbClr val="FEF3EE"/>
          </a:solidFill>
          <a:ln w="19050">
            <a:solidFill>
              <a:srgbClr val="C84B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554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4B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構造型を判定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240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順番 / 対比 / 仕分け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問題→打ち手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原因→結果 / 結論先出し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194560" cy="1463040"/>
          </a:xfrm>
          <a:prstGeom prst="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554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パターン選択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240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32パターン辞書から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構造型に合う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レイアウトを選ぶ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640080"/>
          </a:xfrm>
          <a:prstGeom prst="rect">
            <a:avLst>
              <a:gd name="adj" fmla="val 8571"/>
            </a:avLst>
          </a:prstGeom>
          <a:solidFill>
            <a:srgbClr val="FEF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4B3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迷ったら「結論先出し」が最も汎用的。同じパターンを3枚以上連続させない。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表現系（順番/対比/仕分け）= 並べ方　　意味系（問題→打ち手/原因→結果/結論先出し）= 論理の組み立て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原則③  引き算で仕上げる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051560"/>
            <a:ext cx="6400800" cy="822960"/>
          </a:xfrm>
          <a:prstGeom prst="rect">
            <a:avLst>
              <a:gd name="adj" fmla="val 8889"/>
            </a:avLst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515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装飾を全部消して構造が崩れないなら、それらは不要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" cy="73152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4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主役を1点に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主役だけ太字/アクセント色。脇役はグレーか小文字に落とす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54864" cy="73152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64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余白でグルーピング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囲み線を引かず、近接と遠隔だけでグループを伝える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54864" cy="73152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304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矢印は1対1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分岐矢印で視線を散らさない。構造（ツリー）で表現する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54864" cy="73152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264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注釈は欄外へ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本文エリアに注釈を混ぜない。フッター近くに9ptでまとめる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出典: 横断ガイドライン §10「仕上げの引き算ルール」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2026-06-16T13:46:14Z</dcterms:created>
  <dcterms:modified xsi:type="dcterms:W3CDTF">2026-06-16T13:46:14Z</dcterms:modified>
</cp:coreProperties>
</file>