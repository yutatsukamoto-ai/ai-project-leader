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PoCの目的と3つの役割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PoCは技術検証だけではない ― 3つの役割を同時に果たす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45720" cy="3108960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F5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実現性の評価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技術・ビジネス・運用・コストの4軸で総合的に検証する。技術偏重を防ぐ。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45720" cy="3108960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188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F5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学びと発見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1488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初のDXプロジェクトとして、机上では気づけない課題を発見し要件を具体化する。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45720" cy="3108960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188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F5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予算確保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本番導入の費用見積り基礎情報を取得する。コスト軸の評価がこれを担う。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システム構成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後付けデバイス → セルラー → クラウド → BIの最小構成で検証する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1500" y="15544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A8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554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対象設備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(PLC)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" y="2788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後付け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設備改造なし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88820" y="155448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17420" y="15544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A8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7420" y="1554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ゲートウェイ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17420" y="2788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PLC経由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データ取得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34740" y="155448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63340" y="15544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A8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3340" y="1554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SORACOM Air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(セルラー)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63340" y="2788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LAN不要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独立経路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80660" y="155448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09260" y="15544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A8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9260" y="1554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(S3/Kinesis/Athena)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09260" y="2788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サーバーレス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従量課金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26580" y="155448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55180" y="15544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A8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5180" y="1554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(JDBC)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5180" y="27889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稼働データ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リアルタイム可視化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8046720" cy="502920"/>
          </a:xfrm>
          <a:prstGeom prst="rect">
            <a:avLst/>
          </a:prstGeom>
          <a:solidFill>
            <a:srgbClr val="EBF5F4"/>
          </a:solidFill>
          <a:ln w="6350">
            <a:solidFill>
              <a:srgbClr val="2BA8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4290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制約への対応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設備改造なし（後付けデバイス） ｜ LAN不要（セルラー独立経路） ｜ 自社実施可能（マネージドサービス活用）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評価項目一覧（4軸 × 13項目）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定量9件＋定性4件で抜け漏れなく検証する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5852160"/>
                <a:gridCol w="7315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ID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評価項目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種別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8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技術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E-T1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PLC経由で稼働/停止データを取得できるか（H2）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E-T2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E2Eでデータが流れるか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E-T3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工場環境でデバイスが3カ月安定稼働するか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E-T4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データフォーマット変換の実現性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8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ビジネス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E-B1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取得データで稼働時間を正確に把握できるか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E-B2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生産管理部門が「使える」と評価するか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E-B3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要件一覧が作成できたか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8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E-O1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現場担当者だけでデバイス設置・交換ができるか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E-O2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遠隔管理（通信停止・ステータス確認）が機能するか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E-O3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デバイス盗難リスクへの技術的対策が有効か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A8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E-C1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セルラー通信の月額コスト（実機計測）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E-C2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クラウド利用費の月額コスト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E-C3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本番規模での年間ランニングコスト見積り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= ノックアウトファクター（Month1で最優先検証）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ご判断いただきたいこと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0" y="1234440"/>
            <a:ext cx="1463040" cy="22860"/>
          </a:xfrm>
          <a:prstGeom prst="rect">
            <a:avLst/>
          </a:prstGeom>
          <a:solidFill>
            <a:srgbClr val="2BA8A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6733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PoC実施の承認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設備稼働IoT化のPoCを3カ月で実施し、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4軸×13評価項目で検証します。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94960" y="16733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ノックアウトゲートの設置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Month1後半にH2（データ取得可否）を判定し、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NoGoなら即撤退する仕組みを設けます。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3749040"/>
            <a:ext cx="6400800" cy="27432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886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A8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PoCの結果が期待と異なっても、それ自体がPoCの成果です。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学びと発見を次の判断に活かします。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2026-06-15T15:59:26Z</dcterms:created>
  <dcterms:modified xsi:type="dcterms:W3CDTF">2026-06-15T15:59:26Z</dcterms:modified>
</cp:coreProperties>
</file>