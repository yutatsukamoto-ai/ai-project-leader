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月次処理時間の推移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処理時間(時間/月)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115</c:v>
                </c:pt>
                <c:pt idx="2">
                  <c:v>98</c:v>
                </c:pt>
                <c:pt idx="3">
                  <c:v>82</c:v>
                </c:pt>
                <c:pt idx="4">
                  <c:v>65</c:v>
                </c:pt>
                <c:pt idx="5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DX推進プロジェクト</a:t>
            </a:r>
            <a:endParaRPr lang="en-US" sz="4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中間報告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  |  株式会社サンプル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現状課題の構造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0" y="1188720"/>
            <a:ext cx="2194560" cy="640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74720" y="1188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業務効率の低下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1920240"/>
            <a:ext cx="5943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82880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92024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2194560" cy="5486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手作業の多さ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286000"/>
            <a:ext cx="2194560" cy="5486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情報の分散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192024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286000"/>
            <a:ext cx="2194560" cy="5486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属人化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0" y="283464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" y="320040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Excel転記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2834640"/>
            <a:ext cx="0" cy="10058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384048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840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紙の承認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283464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474720" y="320040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部門別DB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2834640"/>
            <a:ext cx="0" cy="10058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474720" y="384048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0" y="3840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メール散在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283464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492240" y="320040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引継ぎ不足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0" y="2834640"/>
            <a:ext cx="0" cy="10058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492240" y="384048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3840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マニュアルなし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ヒアリング結果をツリーに構造化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施策の優先度マトリクス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63040" y="1097280"/>
            <a:ext cx="3200400" cy="1737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" name="Shape 2"/>
          <p:cNvSpPr/>
          <p:nvPr/>
        </p:nvSpPr>
        <p:spPr>
          <a:xfrm>
            <a:off x="4663440" y="1097280"/>
            <a:ext cx="3200400" cy="17373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834640"/>
            <a:ext cx="3200400" cy="1737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2834640"/>
            <a:ext cx="3200400" cy="17373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最優先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880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クイックウィン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効果  →  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828800"/>
            <a:ext cx="548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16752" y="1353312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ワークフロー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システム導入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3090672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RPA導入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24912" y="1444752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データ基盤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42432" y="2176272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AI-OCR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59152" y="3090672"/>
            <a:ext cx="402336" cy="40233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全社DX研修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プロジェクト推進ロードマップ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4173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現状分析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1089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ヒアリング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課題構造化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As-Isフロー作成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80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0604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606040" y="1188720"/>
            <a:ext cx="19202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Shape 10"/>
          <p:cNvSpPr/>
          <p:nvPr/>
        </p:nvSpPr>
        <p:spPr>
          <a:xfrm>
            <a:off x="3246120" y="141732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5544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0604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60604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6060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6-7月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834640" y="31089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To-Beフロー設計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システム選定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PoC計画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468880"/>
            <a:ext cx="237744" cy="23774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5488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54880" y="118872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17"/>
          <p:cNvSpPr/>
          <p:nvPr/>
        </p:nvSpPr>
        <p:spPr>
          <a:xfrm>
            <a:off x="5394960" y="14173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55448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5488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475488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PoC実施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75488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8-9月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983480" y="31089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プロトタイプ構築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効果検証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評価報告</a:t>
            </a:r>
            <a:endParaRPr lang="en-US" sz="11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2468880"/>
            <a:ext cx="237744" cy="237744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90372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903720" y="118872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Shape 24"/>
          <p:cNvSpPr/>
          <p:nvPr/>
        </p:nvSpPr>
        <p:spPr>
          <a:xfrm>
            <a:off x="7543800" y="14173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55448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037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690372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本番展開</a:t>
            </a:r>
            <a:endParaRPr lang="en-US" sz="1600" dirty="0"/>
          </a:p>
        </p:txBody>
      </p:sp>
      <p:sp>
        <p:nvSpPr>
          <p:cNvPr id="36" name="Text 27"/>
          <p:cNvSpPr/>
          <p:nvPr/>
        </p:nvSpPr>
        <p:spPr>
          <a:xfrm>
            <a:off x="690372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10-12月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7132320" y="31089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段階的導入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ユーザー研修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定着化支援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主要KPI推移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52160" y="118872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603504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-57%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03504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処理時間削減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2240280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2240280"/>
            <a:ext cx="73152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3.2倍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03504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生産性向上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3291840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329184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03504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ユーザー満足度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数値はPoC対象部門の実績値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ご質問・ご意見をお待ちしております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3566160"/>
            <a:ext cx="36576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A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  |  株式会社サンプル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DX推進プロジェクト 中間報告</dc:title>
  <dc:subject>PptxGenJS Presentation</dc:subject>
  <dc:creator>AI Project Leader</dc:creator>
  <cp:lastModifiedBy>AI Project Leader</cp:lastModifiedBy>
  <cp:revision>1</cp:revision>
  <dcterms:created xsi:type="dcterms:W3CDTF">2026-06-16T04:15:43Z</dcterms:created>
  <dcterms:modified xsi:type="dcterms:W3CDTF">2026-06-16T04:15:43Z</dcterms:modified>
</cp:coreProperties>
</file>